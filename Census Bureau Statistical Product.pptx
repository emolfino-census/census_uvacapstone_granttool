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Open Sans" panose="020B0606030504020204" pitchFamily="3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39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45650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Census Bureau Statistical Product: Top 100 Tool for Grant Applicant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5209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Colin Wilkie, John Le, and Brandon Mistry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5F1423-34FF-777C-5515-FC9DD4240C06}"/>
              </a:ext>
            </a:extLst>
          </p:cNvPr>
          <p:cNvSpPr/>
          <p:nvPr/>
        </p:nvSpPr>
        <p:spPr>
          <a:xfrm>
            <a:off x="12857356" y="7593980"/>
            <a:ext cx="1773044" cy="635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36834"/>
            <a:ext cx="60638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8577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2428280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2463641"/>
            <a:ext cx="681930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Stand up the existing Census Grants Tool in a functional environment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6280190" y="36259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260" y="3668435"/>
            <a:ext cx="340162" cy="4252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17306" y="3703796"/>
            <a:ext cx="681930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Improve code maintainability and data integration workflows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62801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260" y="4908590"/>
            <a:ext cx="340162" cy="4252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17306" y="4943951"/>
            <a:ext cx="681930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Enable access to up-to-date Census data via API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6280190" y="610623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5260" y="6148745"/>
            <a:ext cx="340162" cy="4252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017306" y="6184106"/>
            <a:ext cx="681930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Define roadmap for future feature enhancements based on user needs</a:t>
            </a:r>
            <a:endParaRPr lang="en-US" sz="2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4B702-9A61-8B91-2215-2BE0B6862EC4}"/>
              </a:ext>
            </a:extLst>
          </p:cNvPr>
          <p:cNvSpPr/>
          <p:nvPr/>
        </p:nvSpPr>
        <p:spPr>
          <a:xfrm>
            <a:off x="12857356" y="7593980"/>
            <a:ext cx="1773044" cy="635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43082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Accomplishments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93790" y="2425065"/>
            <a:ext cx="152995" cy="956548"/>
          </a:xfrm>
          <a:prstGeom prst="roundRect">
            <a:avLst>
              <a:gd name="adj" fmla="val 5604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252895" y="2425065"/>
            <a:ext cx="7097316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Successfully stood up the Census Grants Tool in a new local environment, enabling further development and testing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099899" y="3585686"/>
            <a:ext cx="152995" cy="956548"/>
          </a:xfrm>
          <a:prstGeom prst="roundRect">
            <a:avLst>
              <a:gd name="adj" fmla="val 5604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59004" y="3585686"/>
            <a:ext cx="6791206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Streamlined the codebase by introducing dynamic configuration, secure API access, and updated dependencies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406128" y="4746308"/>
            <a:ext cx="152995" cy="956548"/>
          </a:xfrm>
          <a:prstGeom prst="roundRect">
            <a:avLst>
              <a:gd name="adj" fmla="val 5604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865233" y="4746308"/>
            <a:ext cx="6484977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Integrated up-to-date Census data from the ACS API, laying the foundation for real-time updates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712357" y="5906929"/>
            <a:ext cx="152995" cy="1275398"/>
          </a:xfrm>
          <a:prstGeom prst="roundRect">
            <a:avLst>
              <a:gd name="adj" fmla="val 5604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171462" y="5906929"/>
            <a:ext cx="6178748" cy="127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Outlined a forward-looking feature roadmap informed by user personas, including comparative views and intelligent grant support tools</a:t>
            </a: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DED544-419E-5D52-62F2-F87AD74A5535}"/>
              </a:ext>
            </a:extLst>
          </p:cNvPr>
          <p:cNvSpPr/>
          <p:nvPr/>
        </p:nvSpPr>
        <p:spPr>
          <a:xfrm>
            <a:off x="12857356" y="7593980"/>
            <a:ext cx="1773044" cy="635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39847"/>
            <a:ext cx="101443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Technical Improvements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588788"/>
            <a:ext cx="6408063" cy="1177528"/>
          </a:xfrm>
          <a:prstGeom prst="roundRect">
            <a:avLst>
              <a:gd name="adj" fmla="val 809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8224" y="4823222"/>
            <a:ext cx="59391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Introduced config.json for dynamic file paths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428667" y="4588788"/>
            <a:ext cx="6408063" cy="1177528"/>
          </a:xfrm>
          <a:prstGeom prst="roundRect">
            <a:avLst>
              <a:gd name="adj" fmla="val 809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63101" y="4823222"/>
            <a:ext cx="59391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Implemented .env for secure API key management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93790" y="5993130"/>
            <a:ext cx="6408063" cy="1531858"/>
          </a:xfrm>
          <a:prstGeom prst="roundRect">
            <a:avLst>
              <a:gd name="adj" fmla="val 621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28224" y="6227564"/>
            <a:ext cx="59391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Integrated Census API and ACS data downloader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428667" y="5993130"/>
            <a:ext cx="6408063" cy="1531858"/>
          </a:xfrm>
          <a:prstGeom prst="roundRect">
            <a:avLst>
              <a:gd name="adj" fmla="val 621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63101" y="6227564"/>
            <a:ext cx="593919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Standardized environment setup via updated requirements.txt and README</a:t>
            </a:r>
            <a:endParaRPr lang="en-US" sz="2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7FDDA0-DDE7-DF16-8D04-089333A5A4EE}"/>
              </a:ext>
            </a:extLst>
          </p:cNvPr>
          <p:cNvSpPr/>
          <p:nvPr/>
        </p:nvSpPr>
        <p:spPr>
          <a:xfrm>
            <a:off x="12857356" y="7593980"/>
            <a:ext cx="1773044" cy="635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956" y="620792"/>
            <a:ext cx="7568089" cy="1266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Research &amp; Strategic Additions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56" y="3328481"/>
            <a:ext cx="1013103" cy="13544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04906" y="3531006"/>
            <a:ext cx="6251138" cy="94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Build side-by-side comparison functionality for benchmarking across regions.</a:t>
            </a:r>
            <a:endParaRPr lang="en-US" sz="19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56" y="4682936"/>
            <a:ext cx="1013103" cy="135445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104906" y="4885461"/>
            <a:ext cx="6251138" cy="94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Develop an NLP-based recommendation engine to match grants with relevant Census metrics</a:t>
            </a:r>
            <a:endParaRPr lang="en-US" sz="19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956" y="6037391"/>
            <a:ext cx="1013103" cy="135445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104906" y="6239916"/>
            <a:ext cx="6251138" cy="94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Enable drill-down geographic visualizations for localized data storytelling</a:t>
            </a:r>
            <a:endParaRPr lang="en-US" sz="1950" dirty="0"/>
          </a:p>
        </p:txBody>
      </p:sp>
      <p:sp>
        <p:nvSpPr>
          <p:cNvPr id="11" name="Text 4"/>
          <p:cNvSpPr/>
          <p:nvPr/>
        </p:nvSpPr>
        <p:spPr>
          <a:xfrm>
            <a:off x="787955" y="2014186"/>
            <a:ext cx="6649907" cy="949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Design with user personas in mind to ensure features meet the needs of novice data users</a:t>
            </a: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B1081-63BE-D44C-2C95-C4E2832B6267}"/>
              </a:ext>
            </a:extLst>
          </p:cNvPr>
          <p:cNvSpPr/>
          <p:nvPr/>
        </p:nvSpPr>
        <p:spPr>
          <a:xfrm>
            <a:off x="12857356" y="7593980"/>
            <a:ext cx="1773044" cy="635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26651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Takeaways &amp; Next Steps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280190" y="2320766"/>
            <a:ext cx="7556421" cy="1125974"/>
          </a:xfrm>
          <a:prstGeom prst="roundRect">
            <a:avLst>
              <a:gd name="adj" fmla="val 719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80572" y="252114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Legacy Code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480572" y="2937986"/>
            <a:ext cx="715565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Legacy code requires modular refactoring and strong documentation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80190" y="3639503"/>
            <a:ext cx="7556421" cy="1125974"/>
          </a:xfrm>
          <a:prstGeom prst="roundRect">
            <a:avLst>
              <a:gd name="adj" fmla="val 719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80572" y="383988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Infrastructure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480572" y="4256723"/>
            <a:ext cx="715565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 decisions should balance flexibility, cost, and user access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80190" y="4958239"/>
            <a:ext cx="7556421" cy="1125974"/>
          </a:xfrm>
          <a:prstGeom prst="roundRect">
            <a:avLst>
              <a:gd name="adj" fmla="val 719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80572" y="515862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Current Status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480572" y="5575459"/>
            <a:ext cx="715565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 is now operational with a clearer path to production-readiness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80190" y="6276975"/>
            <a:ext cx="7556421" cy="1125974"/>
          </a:xfrm>
          <a:prstGeom prst="roundRect">
            <a:avLst>
              <a:gd name="adj" fmla="val 719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80572" y="647735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Future Work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480572" y="6894195"/>
            <a:ext cx="715565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work: implement NLP matching, improve UX, expand API integration</a:t>
            </a:r>
            <a:endParaRPr lang="en-US" sz="15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51CB80-F30C-B5F1-AEB4-B4AFB9CB89C7}"/>
              </a:ext>
            </a:extLst>
          </p:cNvPr>
          <p:cNvSpPr/>
          <p:nvPr/>
        </p:nvSpPr>
        <p:spPr>
          <a:xfrm>
            <a:off x="12857356" y="7593980"/>
            <a:ext cx="1773044" cy="635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3846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Thank you to our project team members!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73583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58308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Census Team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87579" y="6321266"/>
            <a:ext cx="55858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Emily Molfino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587579" y="6763464"/>
            <a:ext cx="55858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Cassandra Dorius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5735836"/>
            <a:ext cx="566976" cy="566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50674" y="58308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UVA Team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8250674" y="6321266"/>
            <a:ext cx="5585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Phillip Waggoner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250674" y="6763464"/>
            <a:ext cx="5585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Adam Tashman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5F54A-AFFA-1FD7-CD42-D8FFD1DC20DC}"/>
              </a:ext>
            </a:extLst>
          </p:cNvPr>
          <p:cNvSpPr/>
          <p:nvPr/>
        </p:nvSpPr>
        <p:spPr>
          <a:xfrm>
            <a:off x="12857356" y="7593980"/>
            <a:ext cx="1773044" cy="635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292</Words>
  <Application>Microsoft Office PowerPoint</Application>
  <PresentationFormat>Custom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Unbounded Bold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Mistry, Brandon</cp:lastModifiedBy>
  <cp:revision>2</cp:revision>
  <dcterms:created xsi:type="dcterms:W3CDTF">2025-04-30T03:06:12Z</dcterms:created>
  <dcterms:modified xsi:type="dcterms:W3CDTF">2025-04-30T03:12:45Z</dcterms:modified>
</cp:coreProperties>
</file>